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b28f1c9ee340bc" /><Relationship Type="http://schemas.openxmlformats.org/officeDocument/2006/relationships/extended-properties" Target="/docProps/app.xml" Id="R167651d5eed94a58" /><Relationship Type="http://schemas.openxmlformats.org/officeDocument/2006/relationships/officeDocument" Target="/ppt/presentation.xml" Id="R8803f3518514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966af1f32458a"/>
  </p:sldMasterIdLst>
  <p:notesMasterIdLst>
    <p:notesMasterId xmlns:r="http://schemas.openxmlformats.org/officeDocument/2006/relationships" r:id="R64c0a65d0caa4310"/>
  </p:notesMasterIdLst>
  <p:sldIdLst>
    <p:sldId xmlns:r="http://schemas.openxmlformats.org/officeDocument/2006/relationships" id="256" r:id="R59fc1edda2f84fb8"/>
    <p:sldId xmlns:r="http://schemas.openxmlformats.org/officeDocument/2006/relationships" id="257" r:id="Recb34f4d491546d7"/>
    <p:sldId xmlns:r="http://schemas.openxmlformats.org/officeDocument/2006/relationships" id="258" r:id="Rf66c41ba55cb4cc7"/>
    <p:sldId xmlns:r="http://schemas.openxmlformats.org/officeDocument/2006/relationships" id="259" r:id="Re4f06045ae614c57"/>
    <p:sldId xmlns:r="http://schemas.openxmlformats.org/officeDocument/2006/relationships" id="260" r:id="R79e810cf8ccb4cc2"/>
    <p:sldId xmlns:r="http://schemas.openxmlformats.org/officeDocument/2006/relationships" id="261" r:id="R2f26415acd9c42a4"/>
    <p:sldId xmlns:r="http://schemas.openxmlformats.org/officeDocument/2006/relationships" id="262" r:id="R510bcaf9d5d14d7c"/>
    <p:sldId xmlns:r="http://schemas.openxmlformats.org/officeDocument/2006/relationships" id="263" r:id="R828e6a617ef844cc"/>
    <p:sldId xmlns:r="http://schemas.openxmlformats.org/officeDocument/2006/relationships" id="264" r:id="R25b8a5c7bf0e45cd"/>
    <p:sldId xmlns:r="http://schemas.openxmlformats.org/officeDocument/2006/relationships" id="265" r:id="R09b6551ae39e4320"/>
    <p:sldId xmlns:r="http://schemas.openxmlformats.org/officeDocument/2006/relationships" id="266" r:id="R498e715cc4c04f33"/>
    <p:sldId xmlns:r="http://schemas.openxmlformats.org/officeDocument/2006/relationships" id="267" r:id="Ra4f509e53b0745e8"/>
    <p:sldId xmlns:r="http://schemas.openxmlformats.org/officeDocument/2006/relationships" id="268" r:id="R861bd1648a7d42b9"/>
    <p:sldId xmlns:r="http://schemas.openxmlformats.org/officeDocument/2006/relationships" id="269" r:id="R1bc135abe188445f"/>
  </p:sldIdLst>
  <p:sldSz cx="13716000" cy="7715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305954394c4fd0" /><Relationship Type="http://schemas.openxmlformats.org/officeDocument/2006/relationships/slideMaster" Target="/ppt/slideMasters/slideMaster1.xml" Id="R1c8966af1f32458a" /><Relationship Type="http://schemas.openxmlformats.org/officeDocument/2006/relationships/notesMaster" Target="/ppt/notesMasters/notesMaster1.xml" Id="R64c0a65d0caa4310" /><Relationship Type="http://schemas.openxmlformats.org/officeDocument/2006/relationships/presProps" Target="/ppt/presProps.xml" Id="R9524e193ad4b48ff" /><Relationship Type="http://schemas.openxmlformats.org/officeDocument/2006/relationships/tableStyles" Target="/ppt/tableStyles.xml" Id="Ra4c424668e91409c" /><Relationship Type="http://schemas.openxmlformats.org/officeDocument/2006/relationships/slide" Target="/ppt/slides/slide1.xml" Id="R59fc1edda2f84fb8" /><Relationship Type="http://schemas.openxmlformats.org/officeDocument/2006/relationships/slide" Target="/ppt/slides/slide2.xml" Id="Recb34f4d491546d7" /><Relationship Type="http://schemas.openxmlformats.org/officeDocument/2006/relationships/slide" Target="/ppt/slides/slide3.xml" Id="Rf66c41ba55cb4cc7" /><Relationship Type="http://schemas.openxmlformats.org/officeDocument/2006/relationships/slide" Target="/ppt/slides/slide4.xml" Id="Re4f06045ae614c57" /><Relationship Type="http://schemas.openxmlformats.org/officeDocument/2006/relationships/slide" Target="/ppt/slides/slide5.xml" Id="R79e810cf8ccb4cc2" /><Relationship Type="http://schemas.openxmlformats.org/officeDocument/2006/relationships/slide" Target="/ppt/slides/slide6.xml" Id="R2f26415acd9c42a4" /><Relationship Type="http://schemas.openxmlformats.org/officeDocument/2006/relationships/slide" Target="/ppt/slides/slide7.xml" Id="R510bcaf9d5d14d7c" /><Relationship Type="http://schemas.openxmlformats.org/officeDocument/2006/relationships/slide" Target="/ppt/slides/slide8.xml" Id="R828e6a617ef844cc" /><Relationship Type="http://schemas.openxmlformats.org/officeDocument/2006/relationships/slide" Target="/ppt/slides/slide9.xml" Id="R25b8a5c7bf0e45cd" /><Relationship Type="http://schemas.openxmlformats.org/officeDocument/2006/relationships/slide" Target="/ppt/slides/slide10.xml" Id="R09b6551ae39e4320" /><Relationship Type="http://schemas.openxmlformats.org/officeDocument/2006/relationships/slide" Target="/ppt/slides/slide11.xml" Id="R498e715cc4c04f33" /><Relationship Type="http://schemas.openxmlformats.org/officeDocument/2006/relationships/slide" Target="/ppt/slides/slide12.xml" Id="Ra4f509e53b0745e8" /><Relationship Type="http://schemas.openxmlformats.org/officeDocument/2006/relationships/slide" Target="/ppt/slides/slide13.xml" Id="R861bd1648a7d42b9" /><Relationship Type="http://schemas.openxmlformats.org/officeDocument/2006/relationships/slide" Target="/ppt/slides/slide14.xml" Id="R1bc135abe18844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8bce06eca4c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a539d3068453d" /><Relationship Type="http://schemas.openxmlformats.org/officeDocument/2006/relationships/notesMaster" Target="/ppt/notesMasters/notesMaster1.xml" Id="R24cddc13261442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8632b0f0ad437c" /><Relationship Type="http://schemas.openxmlformats.org/officeDocument/2006/relationships/notesMaster" Target="/ppt/notesMasters/notesMaster1.xml" Id="R0946f560e81c41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3d3cb5f284d1a" /><Relationship Type="http://schemas.openxmlformats.org/officeDocument/2006/relationships/notesMaster" Target="/ppt/notesMasters/notesMaster1.xml" Id="Rcfa22f52847642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6eaf588094470" /><Relationship Type="http://schemas.openxmlformats.org/officeDocument/2006/relationships/notesMaster" Target="/ppt/notesMasters/notesMaster1.xml" Id="R3a8979b89e344b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e44d7feb0747f9" /><Relationship Type="http://schemas.openxmlformats.org/officeDocument/2006/relationships/notesMaster" Target="/ppt/notesMasters/notesMaster1.xml" Id="R44157b296a1748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24ee6584e495a" /><Relationship Type="http://schemas.openxmlformats.org/officeDocument/2006/relationships/notesMaster" Target="/ppt/notesMasters/notesMaster1.xml" Id="R3218f3ec896e40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8c1f5a35574b57" /><Relationship Type="http://schemas.openxmlformats.org/officeDocument/2006/relationships/notesMaster" Target="/ppt/notesMasters/notesMaster1.xml" Id="R899ad23dc8f245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a4e67d52f460d" /><Relationship Type="http://schemas.openxmlformats.org/officeDocument/2006/relationships/notesMaster" Target="/ppt/notesMasters/notesMaster1.xml" Id="R69cb0bbb3bda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68ff1406e4cf1" /><Relationship Type="http://schemas.openxmlformats.org/officeDocument/2006/relationships/notesMaster" Target="/ppt/notesMasters/notesMaster1.xml" Id="R5595a62e2d3a44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33c36d65924b16" /><Relationship Type="http://schemas.openxmlformats.org/officeDocument/2006/relationships/notesMaster" Target="/ppt/notesMasters/notesMaster1.xml" Id="R81ec5d5751b54f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23f740103d4a56" /><Relationship Type="http://schemas.openxmlformats.org/officeDocument/2006/relationships/notesMaster" Target="/ppt/notesMasters/notesMaster1.xml" Id="Rcbb30c66f13f4a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765e4b7214b2e" /><Relationship Type="http://schemas.openxmlformats.org/officeDocument/2006/relationships/notesMaster" Target="/ppt/notesMasters/notesMaster1.xml" Id="Re98922b4c13448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313288685643df" /><Relationship Type="http://schemas.openxmlformats.org/officeDocument/2006/relationships/notesMaster" Target="/ppt/notesMasters/notesMaster1.xml" Id="Rcff7a2dd715246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4dd2ca6f4146d3" /><Relationship Type="http://schemas.openxmlformats.org/officeDocument/2006/relationships/notesMaster" Target="/ppt/notesMasters/notesMaster1.xml" Id="Rfaa068f8e84842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440610f8646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159e840404001" /><Relationship Type="http://schemas.openxmlformats.org/officeDocument/2006/relationships/slideLayout" Target="/ppt/slideLayouts/slideLayout1.xml" Id="Rcc61c3d41afa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1c3d41afa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6671efc7744ac" /><Relationship Type="http://schemas.openxmlformats.org/officeDocument/2006/relationships/image" Target="/ppt/media/image.png" Id="Rcc57bbdd4fa74a74" /><Relationship Type="http://schemas.openxmlformats.org/officeDocument/2006/relationships/notesSlide" Target="/ppt/notesSlides/notesSlide1.xml" Id="R9209d51567cd42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8954252f474b" /><Relationship Type="http://schemas.openxmlformats.org/officeDocument/2006/relationships/image" Target="/ppt/media/image2.png" Id="R3ffb7141a78348e5" /><Relationship Type="http://schemas.openxmlformats.org/officeDocument/2006/relationships/notesSlide" Target="/ppt/notesSlides/notesSlide2.xml" Id="R9fcc9ae9c75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7bab788d64d1a" /><Relationship Type="http://schemas.openxmlformats.org/officeDocument/2006/relationships/image" Target="/ppt/media/image3.png" Id="Rf7e19c7d38484646" /><Relationship Type="http://schemas.openxmlformats.org/officeDocument/2006/relationships/notesSlide" Target="/ppt/notesSlides/notesSlide3.xml" Id="Rc8a2593a5cd2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a0e3957a94d43" /><Relationship Type="http://schemas.openxmlformats.org/officeDocument/2006/relationships/image" Target="/ppt/media/image4.png" Id="R300c67b565ce4841" /><Relationship Type="http://schemas.openxmlformats.org/officeDocument/2006/relationships/notesSlide" Target="/ppt/notesSlides/notesSlide4.xml" Id="Rf06d2631a16e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34dbb19e941e7" /><Relationship Type="http://schemas.openxmlformats.org/officeDocument/2006/relationships/image" Target="/ppt/media/image5.png" Id="Rae20bb7401224529" /><Relationship Type="http://schemas.openxmlformats.org/officeDocument/2006/relationships/notesSlide" Target="/ppt/notesSlides/notesSlide5.xml" Id="Ra62442205a1249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31e52760e4ccc" /><Relationship Type="http://schemas.openxmlformats.org/officeDocument/2006/relationships/image" Target="/ppt/media/image6.png" Id="Rc84f53a280824ef3" /><Relationship Type="http://schemas.openxmlformats.org/officeDocument/2006/relationships/notesSlide" Target="/ppt/notesSlides/notesSlide6.xml" Id="R51a76390129440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baae701fc476e" /><Relationship Type="http://schemas.openxmlformats.org/officeDocument/2006/relationships/image" Target="/ppt/media/image7.png" Id="Rd8ae4dc5853149ef" /><Relationship Type="http://schemas.openxmlformats.org/officeDocument/2006/relationships/notesSlide" Target="/ppt/notesSlides/notesSlide7.xml" Id="Rdb758bc8107240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608123e5a4821" /><Relationship Type="http://schemas.openxmlformats.org/officeDocument/2006/relationships/image" Target="/ppt/media/image8.png" Id="R34e8621903cf401b" /><Relationship Type="http://schemas.openxmlformats.org/officeDocument/2006/relationships/notesSlide" Target="/ppt/notesSlides/notesSlide8.xml" Id="R6b375b890aa548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f9d8a6d134ba8" /><Relationship Type="http://schemas.openxmlformats.org/officeDocument/2006/relationships/image" Target="/ppt/media/image9.png" Id="R6af063c42815409a" /><Relationship Type="http://schemas.openxmlformats.org/officeDocument/2006/relationships/notesSlide" Target="/ppt/notesSlides/notesSlide9.xml" Id="R1ee89442812040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4d6b56c1545aa" /><Relationship Type="http://schemas.openxmlformats.org/officeDocument/2006/relationships/image" Target="/ppt/media/image10.png" Id="R5e63de3744f347f0" /><Relationship Type="http://schemas.openxmlformats.org/officeDocument/2006/relationships/notesSlide" Target="/ppt/notesSlides/notesSlide10.xml" Id="R3e2092c616b64a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9bc5b1e844db" /><Relationship Type="http://schemas.openxmlformats.org/officeDocument/2006/relationships/image" Target="/ppt/media/image11.png" Id="Ra97b24407e0c4f6d" /><Relationship Type="http://schemas.openxmlformats.org/officeDocument/2006/relationships/notesSlide" Target="/ppt/notesSlides/notesSlide11.xml" Id="R23ed036b8b8d44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0721da774cb6" /><Relationship Type="http://schemas.openxmlformats.org/officeDocument/2006/relationships/image" Target="/ppt/media/image12.png" Id="Rbf7f8f967f064e78" /><Relationship Type="http://schemas.openxmlformats.org/officeDocument/2006/relationships/notesSlide" Target="/ppt/notesSlides/notesSlide12.xml" Id="R40859e9f6a84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9e72fef154003" /><Relationship Type="http://schemas.openxmlformats.org/officeDocument/2006/relationships/image" Target="/ppt/media/image13.png" Id="R62ebb5567a0a4a9e" /><Relationship Type="http://schemas.openxmlformats.org/officeDocument/2006/relationships/notesSlide" Target="/ppt/notesSlides/notesSlide13.xml" Id="Rc82d123201214f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80941d124721" /><Relationship Type="http://schemas.openxmlformats.org/officeDocument/2006/relationships/image" Target="/ppt/media/image14.png" Id="Rfce8dd7f46a441c3" /><Relationship Type="http://schemas.openxmlformats.org/officeDocument/2006/relationships/notesSlide" Target="/ppt/notesSlides/notesSlide14.xml" Id="R7d592ea23bce48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7bbdd4fa74a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75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b7141a78348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70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19c7d384846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c67b565ce48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03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0bb74012245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70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f53a280824e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5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e4dc5853149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28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8621903cf40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94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063c4281540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64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3de3744f347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110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b24407e0c4f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1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f8f967f064e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81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bb5567a0a4a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73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8dd7f46a441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56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2026-07-21T05:19:45.5860000Z</dcterms:created>
  <dcterms:modified xsi:type="dcterms:W3CDTF">2026-07-21T05:19:45.5860000Z</dcterms:modified>
</coreProperties>
</file>